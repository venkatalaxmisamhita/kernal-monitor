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07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MONITOR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&amp; Systems Programming Project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Monitor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2468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– Mattam Samhita Roll No -- 2520030509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– Shravya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Challagulla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Roll No -- 2520030322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– Rishitha Gandu Roll No. -- 2520030101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Hema Mam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38328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Monitor is a system-monitoring application developed in C.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monitors important system information directly through Linux system interfaces.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916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CPU utilization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memory utilization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running processes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process IDs and process states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information from /proc and /sys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alerts when resource usage is high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OS concepts practically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Used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from the OSSP handout applied in this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getpid()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getppid()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5603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SIGTERM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01752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143000" y="31272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4787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Linux system information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301752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977640" y="31272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Process Info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54787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78308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 &amp;  /sys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Memory · Process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info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6459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78608" y="1280160"/>
            <a:ext cx="178308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70048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values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16459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00016" y="1280160"/>
            <a:ext cx="178308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91456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usage 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16459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21424" y="1280160"/>
            <a:ext cx="178308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12864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Alert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12864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warnings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 Sources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/proc/stat              →  CPU information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/proc/meminfo           →  Memory information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/proc/&lt;PID&gt;/stat        →  Process information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/sys/class/thermal/...  →  Temperature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 &amp; Process Monitoring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/proc/stat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CPU time values over two intervals to calculate CPU utilization.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/proc/meminfo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total and available memory to calculate memory usage.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/proc/&lt;PID&gt;/stat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PID, process name and process state for each running process.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&amp; Signals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process creation using fork().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getpid();   // Current process 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getppid();  // Parent process 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waitpid();  // Parent waits for child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handles: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SIGTERM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926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presses Ctrl + C, the program receives SIGINT and stops the monitoring process safely.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Output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alert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661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Usage       →  80%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Usage    →  80%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5661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when crossed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CPU usage is HIGH!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Memory usage is HIGH!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188720"/>
            <a:ext cx="448056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43400" y="12801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LINUX KERNEL MONITOR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Usage       : 34.52 %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Usage    : 61.34 %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Temperature : 48.00 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   PROCESS         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systemd         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  bash            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2456   kernel_monitor   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resources are within limits.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Monitor shows how OS concepts can be applied to a practical Linux application.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Demonstrated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calls, process management, signals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I/O, /proc and /sys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 and process monitoring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alerts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116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and network monitoring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 and usage graphs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alert thresholds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historical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506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Samhita Mattam</cp:lastModifiedBy>
  <cp:revision>2</cp:revision>
  <dcterms:created xsi:type="dcterms:W3CDTF">2026-09-24T04:50:52Z</dcterms:created>
  <dcterms:modified xsi:type="dcterms:W3CDTF">2026-09-24T16:07:27Z</dcterms:modified>
</cp:coreProperties>
</file>